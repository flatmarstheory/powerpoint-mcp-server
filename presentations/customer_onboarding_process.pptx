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Onboarding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business_onboarding_image.j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1452800" cy="3108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onboardin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  <p:pic>
        <p:nvPicPr>
          <p:cNvPr id="5" name="Picture 4" descr="onboardin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320000" cy="1143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